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58A6FF"/>
                </a:solidFill>
              </a:rPr>
              <a:t>Intellidog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63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6EDF3"/>
                </a:solidFill>
              </a:rPr>
              <a:t>Intelligent Observability &amp; Event Watchdog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B949E"/>
                </a:solidFill>
              </a:rPr>
              <a:t>FastAPI  |  Redis  |  SQLite  |  Grafana  |  Claude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B949E"/>
                </a:solidFill>
              </a:rPr>
              <a:t>github.com/rondomondo/intellidog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8A6FF"/>
                </a:solidFill>
              </a:rPr>
              <a:t>The Problem with Static Rules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143000"/>
            <a:ext cx="11064240" cy="0"/>
          </a:xfrm>
          <a:prstGeom prst="line">
            <a:avLst/>
          </a:prstGeom>
          <a:ln w="9525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80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6EDF3"/>
                </a:solidFill>
              </a:rPr>
              <a:t>Threshold rules are predictable -- but blind to anything you didn't think to write a rule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E6EDF3"/>
                </a:solidFill>
              </a:rPr>
              <a:t>  -  error_rate &gt;= 80%  =&gt;  fire alert.  That's it.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6EDF3"/>
                </a:solidFill>
              </a:rPr>
              <a:t>  -  No awareness of which service caused it, or what propagated from it.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6EDF3"/>
                </a:solidFill>
              </a:rPr>
              <a:t>  -  A DB pool exhaustion causing JWT failures on unrelated services looks like two separate incidents.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6EDF3"/>
                </a:solidFill>
              </a:rPr>
              <a:t>  -  On-call engineers spend minutes stitching logs together to find the causal chain.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6EDF3"/>
                </a:solidFill>
              </a:rPr>
              <a:t>  -  The more services, the worse the signal-to-noise ratio.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8A6FF"/>
                </a:solidFill>
              </a:rPr>
              <a:t>The Core Thesis: LLM Anomaly Detection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143000"/>
            <a:ext cx="11064240" cy="0"/>
          </a:xfrm>
          <a:prstGeom prst="line">
            <a:avLst/>
          </a:prstGeom>
          <a:ln w="9525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8B949E"/>
                </a:solidFill>
              </a:rPr>
              <a:t>Two layers work together. Rules catch what you know. Claude catches what you don't.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029200" cy="2560320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E6EDF3"/>
                </a:solidFill>
              </a:rPr>
              <a:t>Static Alert Rules
Fast, deterministic
Threshold / rate conditions
YAML-configured
Fires on known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920240"/>
            <a:ext cx="5212080" cy="2560320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E76F51"/>
                </a:solidFill>
              </a:rPr>
              <a:t>Claude LLM Analyser
Rolling event window -&gt; Claude API
Cross-service correlation
Causal chain reasoning
Finds what rules miss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28346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58A6FF"/>
                </a:solidFill>
              </a:rPr>
              <a:t>vs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63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</a:rPr>
              <a:t>Both layers write alerts to SQLite. Both surface in Grafana. One API key separates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8A6FF"/>
                </a:solidFill>
              </a:rPr>
              <a:t>MockLLMAnalyser vs Real Claude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</a:rPr>
              <a:t>Zero-config convenience vs production insight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43000"/>
            <a:ext cx="11064240" cy="0"/>
          </a:xfrm>
          <a:prstGeom prst="line">
            <a:avLst/>
          </a:prstGeom>
          <a:ln w="9525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FB950"/>
                </a:solidFill>
              </a:rPr>
              <a:t>MockLLMAnalyser (no API key)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6EDF3"/>
                </a:solidFill>
              </a:rPr>
              <a:t>  -  High error rate (&gt;40% critical/high)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6EDF3"/>
                </a:solidFill>
              </a:rPr>
              <a:t>  -  Latency spike (duration_ms &gt; 3000ms)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6EDF3"/>
                </a:solidFill>
              </a:rPr>
              <a:t>  -  Source burst (&gt;5 events from one service)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6EDF3"/>
                </a:solidFill>
              </a:rPr>
              <a:t>  -  Random ambient anomaly on quiet traffic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76F51"/>
                </a:solidFill>
              </a:rPr>
              <a:t>Real Claude -- first live run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6EDF3"/>
                </a:solidFill>
              </a:rPr>
              <a:t>[critical]  Simultaneous error storm across ALL services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6EDF3"/>
                </a:solidFill>
              </a:rPr>
              <a:t>[critical]  DB connection pool exhausted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6EDF3"/>
                </a:solidFill>
              </a:rPr>
              <a:t>[high]      Payment timeouts propagating beyond payment-svc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6EDF3"/>
                </a:solidFill>
              </a:rPr>
              <a:t>[high]      JWT failures on non-auth services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6EDF3"/>
                </a:solidFill>
              </a:rPr>
              <a:t>[medium]    Latency inconsistent with reported errors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The mock flags symptoms. Claude identifies the causal chain: DB exhaustion -&gt; payment timeouts -&gt; JWT failures on unrelated services -- a cross-service cascade no static rule could detect.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8A6FF"/>
                </a:solidFill>
              </a:rPr>
              <a:t>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143000"/>
            <a:ext cx="11064240" cy="0"/>
          </a:xfrm>
          <a:prstGeom prst="line">
            <a:avLst/>
          </a:prstGeom>
          <a:ln w="9525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rchitecture.png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698480" cy="134140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8A6FF"/>
                </a:solidFill>
              </a:rPr>
              <a:t>Components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143000"/>
            <a:ext cx="11064240" cy="0"/>
          </a:xfrm>
          <a:prstGeom prst="line">
            <a:avLst/>
          </a:prstGeom>
          <a:ln w="9525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801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E6EDF3"/>
                </a:solidFill>
              </a:rPr>
              <a:t>  -  FastAPI -- ingest, query, alerts, metrics, webhook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6EDF3"/>
                </a:solidFill>
              </a:rPr>
              <a:t>  -  Redis pub/sub -- decoupled event fan-out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6EDF3"/>
                </a:solidFill>
              </a:rPr>
              <a:t>  -  Alert Engine -- YAML threshold/rate rules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6EDF3"/>
                </a:solidFill>
              </a:rPr>
              <a:t>  -  LLM Analyser -- Claude API / MockLLMAnalyser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E6EDF3"/>
                </a:solidFill>
              </a:rPr>
              <a:t>  -  SQLite WAL -- single-file, WAL mode, 30d compaction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6EDF3"/>
                </a:solidFill>
              </a:rPr>
              <a:t>  -  Grafana -- SQLite datasource + Infinity datasource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6EDF3"/>
                </a:solidFill>
              </a:rPr>
              <a:t>  -  Provisioned alert rules -- error rate, LLM burst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6EDF3"/>
                </a:solidFill>
              </a:rPr>
              <a:t>  -  Webhook receiver -- Grafana -&gt; /webhook/grafana loop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8A6FF"/>
                </a:solidFill>
              </a:rPr>
              <a:t>Quick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</a:rPr>
              <a:t>Three commands to a running system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43000"/>
            <a:ext cx="11064240" cy="0"/>
          </a:xfrm>
          <a:prstGeom prst="line">
            <a:avLst/>
          </a:prstGeom>
          <a:ln w="9525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FB950"/>
                </a:solidFill>
              </a:rPr>
              <a:t>git clone git@github.com:rondomondo/intellidog.git &amp;&amp; cd intellidog
make up          # builds images, starts API :8000 + Grafana :3000 + Redis
make install     # install local dev tools (generate/query scripts)
make generate    # POST 20 synthetic events
make generate-spike   # POST 60 critical events -- triggers alert rules
open http://localhost:8000   # mission control index
open http://localhost:3000   # Grafana  (admin / admin)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8A6FF"/>
                </a:solidFill>
              </a:rPr>
              <a:t>Mission Control: localhost:8000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143000"/>
            <a:ext cx="11064240" cy="0"/>
          </a:xfrm>
          <a:prstGeom prst="line">
            <a:avLst/>
          </a:prstGeom>
          <a:ln w="9525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344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</a:rPr>
              <a:t>The API root is a dark-themed HTML index -- the first stop after make up. If it loads, the API and DB are up. Navigate directly to /health, /docs, /metrics/summary, or any query endpoint.</a:t>
            </a:r>
          </a:p>
        </p:txBody>
      </p:sp>
      <p:pic>
        <p:nvPicPr>
          <p:cNvPr id="5" name="Picture 4" descr="index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6217920" cy="44665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8A6FF"/>
                </a:solidFill>
              </a:rPr>
              <a:t>Grafana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</a:rPr>
              <a:t>Fully provisioned -- no manual setup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43000"/>
            <a:ext cx="11064240" cy="0"/>
          </a:xfrm>
          <a:prstGeom prst="line">
            <a:avLst/>
          </a:prstGeom>
          <a:ln w="9525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grafana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7772400" cy="4371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64592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6EDF3"/>
                </a:solidFill>
              </a:rPr>
              <a:t>  -  Event Rate over time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6EDF3"/>
                </a:solidFill>
              </a:rPr>
              <a:t>  -  Error Rate %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6EDF3"/>
                </a:solidFill>
              </a:rPr>
              <a:t>  -  Severity breakdown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6EDF3"/>
                </a:solidFill>
              </a:rPr>
              <a:t>  -  P95 latency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6EDF3"/>
                </a:solidFill>
              </a:rPr>
              <a:t>  -  Recent alerts table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6EDF3"/>
                </a:solidFill>
              </a:rPr>
              <a:t>  -  LLM anomaly count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8A6FF"/>
                </a:solidFill>
              </a:rPr>
              <a:t>End-to-End Alert Pipeline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143000"/>
            <a:ext cx="11064240" cy="0"/>
          </a:xfrm>
          <a:prstGeom prst="line">
            <a:avLst/>
          </a:prstGeom>
          <a:ln w="9525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80160"/>
            <a:ext cx="11064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E6EDF3"/>
                </a:solidFill>
              </a:rPr>
              <a:t>  -  Events ingested via POST /events -- written to SQLite, published to Redis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6EDF3"/>
                </a:solidFill>
              </a:rPr>
              <a:t>  -  Alert Engine evaluates YAML rules on every event (threshold, rate, window)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6EDF3"/>
                </a:solidFill>
              </a:rPr>
              <a:t>  -  LLM Analyser runs every 60s -- sends rolling window to Claude, stores findings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6EDF3"/>
                </a:solidFill>
              </a:rPr>
              <a:t>  -  Grafana queries /metrics/summary via Infinity datasource (server-side eval)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6EDF3"/>
                </a:solidFill>
              </a:rPr>
              <a:t>  -  Grafana fires alert -&gt; POST /webhook/grafana -&gt; stored, visible at GET /webhook/grafana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6EDF3"/>
                </a:solidFill>
              </a:rPr>
              <a:t>  -  Provisioned rules: error_rate_pct &gt; 80%  |  llm_anomalies_last_hour &gt; 10</a:t>
            </a:r>
          </a:p>
        </p:txBody>
      </p:sp>
      <p:pic>
        <p:nvPicPr>
          <p:cNvPr id="5" name="Picture 4" descr="grafana_alert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0"/>
            <a:ext cx="1106424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8A6FF"/>
                </a:solidFill>
              </a:rPr>
              <a:t>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</a:rPr>
              <a:t>92% coverage, 116 tests, zero external dependencies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43000"/>
            <a:ext cx="11064240" cy="0"/>
          </a:xfrm>
          <a:prstGeom prst="line">
            <a:avLst/>
          </a:prstGeom>
          <a:ln w="9525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8016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E6EDF3"/>
                </a:solidFill>
              </a:rPr>
              <a:t>  -  pytest-asyncio + httpx.AsyncClient -- full in-process FastAPI testing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6EDF3"/>
                </a:solidFill>
              </a:rPr>
              <a:t>  -  All Redis, SQLite, and Anthropic API calls mocked in tests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6EDF3"/>
                </a:solidFill>
              </a:rPr>
              <a:t>  -  MockLLMAnalyser exercises the full alert pipeline in CI without an API key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6EDF3"/>
                </a:solidFill>
              </a:rPr>
              <a:t>  -  make test  |  make ci  (format + lint + typecheck + test)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0"/>
            <a:ext cx="530352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3FB950"/>
                </a:solidFill>
              </a:rPr>
              <a:t>api/health.py  --  100%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3383280"/>
            <a:ext cx="530352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3FB950"/>
                </a:solidFill>
              </a:rPr>
              <a:t>api/ingest.py  --  100%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67328"/>
            <a:ext cx="530352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3FB950"/>
                </a:solidFill>
              </a:rPr>
              <a:t>bus/publisher.py  --  100%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3767328"/>
            <a:ext cx="530352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3FB950"/>
                </a:solidFill>
              </a:rPr>
              <a:t>db/connection.py  --  100%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51376"/>
            <a:ext cx="530352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E6EDF3"/>
                </a:solidFill>
              </a:rPr>
              <a:t>api/metrics.py  --  97%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4151376"/>
            <a:ext cx="530352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E6EDF3"/>
                </a:solidFill>
              </a:rPr>
              <a:t>api/query.py  --  94%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35424"/>
            <a:ext cx="530352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E6EDF3"/>
                </a:solidFill>
              </a:rPr>
              <a:t>bus/subscriber.py  --  93%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4535424"/>
            <a:ext cx="530352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E6EDF3"/>
                </a:solidFill>
              </a:rPr>
              <a:t>engine/alert_engine.py  --  91%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19472"/>
            <a:ext cx="530352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E6EDF3"/>
                </a:solidFill>
              </a:rPr>
              <a:t>engine/llm_analyser.py  --  88%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4919472"/>
            <a:ext cx="530352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E6EDF3"/>
                </a:solidFill>
              </a:rPr>
              <a:t>db/repository.py  --  89%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58A6FF"/>
                </a:solidFill>
              </a:rPr>
              <a:t>Intellidog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E6EDF3"/>
                </a:solidFill>
              </a:rPr>
              <a:t>Self-hosted observability with real LLM anomaly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8686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E6EDF3"/>
                </a:solidFill>
              </a:rPr>
              <a:t>  -  Drop-in event ingestion -- any service, any language, one POST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E6EDF3"/>
                </a:solidFill>
              </a:rPr>
              <a:t>  -  YAML alert rules -- no code, no redeploy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E6EDF3"/>
                </a:solidFill>
              </a:rPr>
              <a:t>  -  MockLLMAnalyser works out of the box -- add a key to go real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E6EDF3"/>
                </a:solidFill>
              </a:rPr>
              <a:t>  -  Full Grafana integration -- dashboard, alerts, and webhook loop provisioned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E6EDF3"/>
                </a:solidFill>
              </a:rPr>
              <a:t>  -  92% test coverage -- CI-ready from day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FB950"/>
                </a:solidFill>
              </a:rPr>
              <a:t>make up  |  make generate  |  open http://localhost:8000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